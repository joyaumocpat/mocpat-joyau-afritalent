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ED304-BC08-4732-83A2-FBB18D077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5B25B1-638F-4D72-AC42-FCE39E14B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7F5D1D-B38F-49D2-B584-EE5F6DFC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0ACDC9-696D-4E59-9C20-F0CE8497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8FDC17-CF65-4A60-8A3B-47CE9E08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7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D5EB3-40B9-4E55-BCD5-7C034AD3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236AF5-A4ED-4469-881A-A4503DEDE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905B87-2858-4B96-BC88-B96D13A3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8F3F25-1680-4BF0-AA86-79AFD8F6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23DC22-95CF-4B6E-A4D0-0E970991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479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C8843-36B5-4A27-B407-46DD349E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6E292F-0BE6-4FC1-98FC-20E8A86B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D2B011-7303-4836-8565-52DB6256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68C7C8-01F2-493A-9B77-14A7D82C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D84FB4-CE1D-44C5-AE27-D7608D1E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76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67D9C0-6462-45FB-B1F1-49D2AD00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4257E7-763C-4325-BA9B-58D32977F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B00C0F-9B9A-4763-B85B-51186C9FD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259FE6-C3DE-4BFB-9BFA-2F1CC786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AEFD69-2714-464F-A687-C60B7A46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C8D69F-F061-454C-B667-E2D3F366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29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5C2FE-7649-4FE2-88EA-AADB9CBF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51D20-84A8-4C4D-99FD-6EBF8218D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4B43FA-729F-4B4E-84E0-B344AE340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F7DEC8-F7FD-4BD5-AE83-AF3D2B457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09A673-4BDC-4A2F-8F83-6594721DC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3740836-8EF7-4D47-8E2C-A7CF0724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96CC85-DEF6-4CB4-9FBE-AB7F0771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0DA3A11-72FF-4BE2-B765-3125C1AF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6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59AE57-B402-4456-A8AE-4CAFE136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11D2DF-00A5-4783-8572-F73AF6B0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B4804C-337F-450D-BE3B-C2053AA9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76990A-82DE-4BA5-A75D-9FD54D66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33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478DDE-7764-4E01-BBE3-76CAEAAC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3396E4-CE02-4023-AB9B-52D599E7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B243C0-DB6D-47E3-A3DA-56F66228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53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3D1DC-1727-41BF-91AD-0C2BE48C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6D25E6-DBB2-4045-824F-41E0DB503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469597-5F27-41E1-A592-4D00D65F7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2873F7-E9B5-4C2A-A042-FBF3F1C9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ADBDD6-4430-4633-89E8-6F101CAC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6A7752-F443-443B-8E3F-D1C6A42F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86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B6A20B-9982-490F-A747-58AC8009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760958D-97DF-4ACA-AA7C-1BECECCBD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222CF0-7E61-4885-8552-92E58EDDE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2B850D-378C-4DC1-B439-B15D2F50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8D8832-A66C-4203-AA25-1343831B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C29D9B-BC0B-4867-959D-4A82AF34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27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EEB704-BADA-4184-BF6B-D7875DC5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C81673-7635-40EA-94DC-B05CCF65D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FE33BC-E610-4D7A-B77E-34BEB227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F515D3-BEAB-4E67-BC2C-3B17B286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45FE7D-128B-4776-91E8-E46897C3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2155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6E8A196-DE51-4AE0-901B-A993B293D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787F5A0-44A0-4B04-A16F-89238B316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4B4CE3-1962-43E8-A173-DD336AEF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786ACB-EEAF-42C0-94FF-8D838608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499BC1-AC70-4811-BCC0-FC532BEF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36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254E604-E4CF-4906-B889-46C62947B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4FB15C-9E2D-4D99-BF3E-62C40F074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AAAF67-9418-4CC1-B6ED-685C81348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9E4D4-07F9-4A8A-BB2F-C4B961ED33B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842031-D7BA-4BD8-B51C-D072543A9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E1AD7F-31FD-4D8E-A2BC-8CB2FE6A7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2E679-2A7D-4024-B616-BD93733447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72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F86126C-A813-49D2-ADBA-7AC7945CDBDF}"/>
              </a:ext>
            </a:extLst>
          </p:cNvPr>
          <p:cNvSpPr txBox="1"/>
          <p:nvPr/>
        </p:nvSpPr>
        <p:spPr>
          <a:xfrm>
            <a:off x="3137095" y="661182"/>
            <a:ext cx="8328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AFRITALENT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E84C52-B8DC-4E87-8E82-AB617E2C211C}"/>
              </a:ext>
            </a:extLst>
          </p:cNvPr>
          <p:cNvSpPr txBox="1"/>
          <p:nvPr/>
        </p:nvSpPr>
        <p:spPr>
          <a:xfrm>
            <a:off x="1249680" y="1629507"/>
            <a:ext cx="8328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</a:rPr>
              <a:t>une plateforme de valorisation des talents africains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726A38C-0CF9-442B-99D4-0138FF814F0E}"/>
              </a:ext>
            </a:extLst>
          </p:cNvPr>
          <p:cNvSpPr txBox="1"/>
          <p:nvPr/>
        </p:nvSpPr>
        <p:spPr>
          <a:xfrm>
            <a:off x="1505243" y="2335237"/>
            <a:ext cx="5190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Présenté par : Joyau MOCPAT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C634B7-D7D2-40A5-8A51-6B00DEC9E605}"/>
              </a:ext>
            </a:extLst>
          </p:cNvPr>
          <p:cNvSpPr txBox="1"/>
          <p:nvPr/>
        </p:nvSpPr>
        <p:spPr>
          <a:xfrm>
            <a:off x="1603717" y="2813538"/>
            <a:ext cx="309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Classe : RT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0CE045-B48C-435A-895E-E27F0E66CB4A}"/>
              </a:ext>
            </a:extLst>
          </p:cNvPr>
          <p:cNvSpPr txBox="1"/>
          <p:nvPr/>
        </p:nvSpPr>
        <p:spPr>
          <a:xfrm>
            <a:off x="1643573" y="3275428"/>
            <a:ext cx="309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Date : juin 2026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05BFDE-1EA0-4B0F-AD4E-888CBD36D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7318"/>
            <a:ext cx="12191999" cy="305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3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3C6AD77-3582-4783-B788-9C62F32448C0}"/>
              </a:ext>
            </a:extLst>
          </p:cNvPr>
          <p:cNvSpPr txBox="1"/>
          <p:nvPr/>
        </p:nvSpPr>
        <p:spPr>
          <a:xfrm>
            <a:off x="3165231" y="196948"/>
            <a:ext cx="81170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sommaire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29568D9-C901-42F1-B6B5-5F0E1621F1A1}"/>
              </a:ext>
            </a:extLst>
          </p:cNvPr>
          <p:cNvSpPr txBox="1"/>
          <p:nvPr/>
        </p:nvSpPr>
        <p:spPr>
          <a:xfrm>
            <a:off x="1350498" y="1322363"/>
            <a:ext cx="751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bg1"/>
                </a:solidFill>
              </a:rPr>
              <a:t>Présentation du projet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C5FAF5-2C9A-4F59-A7AE-2EF8FD493374}"/>
              </a:ext>
            </a:extLst>
          </p:cNvPr>
          <p:cNvSpPr txBox="1"/>
          <p:nvPr/>
        </p:nvSpPr>
        <p:spPr>
          <a:xfrm>
            <a:off x="1392700" y="1814732"/>
            <a:ext cx="489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2.  Design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772D21-1DBF-4D11-8591-4348065E6E2F}"/>
              </a:ext>
            </a:extLst>
          </p:cNvPr>
          <p:cNvSpPr txBox="1"/>
          <p:nvPr/>
        </p:nvSpPr>
        <p:spPr>
          <a:xfrm>
            <a:off x="1418488" y="2248488"/>
            <a:ext cx="489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3.  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8BAEFD-B3F8-42F4-BE1D-40E0449FDC73}"/>
              </a:ext>
            </a:extLst>
          </p:cNvPr>
          <p:cNvSpPr txBox="1"/>
          <p:nvPr/>
        </p:nvSpPr>
        <p:spPr>
          <a:xfrm>
            <a:off x="1430208" y="2710380"/>
            <a:ext cx="489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4.  Aspects techniques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1CB2D3-A5FC-43B1-93C9-8346010B5E2D}"/>
              </a:ext>
            </a:extLst>
          </p:cNvPr>
          <p:cNvSpPr txBox="1"/>
          <p:nvPr/>
        </p:nvSpPr>
        <p:spPr>
          <a:xfrm>
            <a:off x="1441928" y="3214476"/>
            <a:ext cx="489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5.  GitHub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B01C00C-16E2-4B2D-A862-37885A688ED4}"/>
              </a:ext>
            </a:extLst>
          </p:cNvPr>
          <p:cNvSpPr txBox="1"/>
          <p:nvPr/>
        </p:nvSpPr>
        <p:spPr>
          <a:xfrm>
            <a:off x="1441928" y="3798277"/>
            <a:ext cx="3031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6.  Difficultés rencontrées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D96AA7D-A079-402F-8BA9-11FA99D9D6B9}"/>
              </a:ext>
            </a:extLst>
          </p:cNvPr>
          <p:cNvSpPr txBox="1"/>
          <p:nvPr/>
        </p:nvSpPr>
        <p:spPr>
          <a:xfrm>
            <a:off x="1547444" y="4445393"/>
            <a:ext cx="2686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7.  Ressources  utilisées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93BF1B-0412-418C-A411-56DFE100C902}"/>
              </a:ext>
            </a:extLst>
          </p:cNvPr>
          <p:cNvSpPr txBox="1"/>
          <p:nvPr/>
        </p:nvSpPr>
        <p:spPr>
          <a:xfrm>
            <a:off x="1629504" y="5104231"/>
            <a:ext cx="2686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8. Démonstration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1CF0F-0C18-46ED-9B1E-9541F90B3A17}"/>
              </a:ext>
            </a:extLst>
          </p:cNvPr>
          <p:cNvSpPr txBox="1"/>
          <p:nvPr/>
        </p:nvSpPr>
        <p:spPr>
          <a:xfrm>
            <a:off x="1659985" y="5809959"/>
            <a:ext cx="319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9.  conclusion</a:t>
            </a:r>
          </a:p>
        </p:txBody>
      </p:sp>
    </p:spTree>
    <p:extLst>
      <p:ext uri="{BB962C8B-B14F-4D97-AF65-F5344CB8AC3E}">
        <p14:creationId xmlns:p14="http://schemas.microsoft.com/office/powerpoint/2010/main" val="403615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1ACDF45-564F-4A8D-8EDE-F8C5E6A29708}"/>
              </a:ext>
            </a:extLst>
          </p:cNvPr>
          <p:cNvSpPr txBox="1"/>
          <p:nvPr/>
        </p:nvSpPr>
        <p:spPr>
          <a:xfrm>
            <a:off x="3742006" y="464234"/>
            <a:ext cx="6457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Présentation du projet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DD9FCE8-7378-487E-9F15-AFE8874F6CE6}"/>
              </a:ext>
            </a:extLst>
          </p:cNvPr>
          <p:cNvSpPr txBox="1"/>
          <p:nvPr/>
        </p:nvSpPr>
        <p:spPr>
          <a:xfrm>
            <a:off x="2475914" y="1674055"/>
            <a:ext cx="6077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contexte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A01685F-F64D-4BBF-815C-CC17430FD8F8}"/>
              </a:ext>
            </a:extLst>
          </p:cNvPr>
          <p:cNvSpPr txBox="1"/>
          <p:nvPr/>
        </p:nvSpPr>
        <p:spPr>
          <a:xfrm>
            <a:off x="2616591" y="2127795"/>
            <a:ext cx="6710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De nombreux talents africains manquent de visibilité sur internet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0E80A3-067A-460D-8C57-17261357CDCE}"/>
              </a:ext>
            </a:extLst>
          </p:cNvPr>
          <p:cNvSpPr txBox="1"/>
          <p:nvPr/>
        </p:nvSpPr>
        <p:spPr>
          <a:xfrm>
            <a:off x="2616591" y="2813538"/>
            <a:ext cx="6161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objectif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40933D-42FB-47D1-9698-B27C4608F9B3}"/>
              </a:ext>
            </a:extLst>
          </p:cNvPr>
          <p:cNvSpPr txBox="1"/>
          <p:nvPr/>
        </p:nvSpPr>
        <p:spPr>
          <a:xfrm>
            <a:off x="2841674" y="3331475"/>
            <a:ext cx="917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créer une plateforme moderne permettant  de découvrir et promouvoir les talents  africains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BF96331-B50E-4EC4-86FD-0A083F6D5300}"/>
              </a:ext>
            </a:extLst>
          </p:cNvPr>
          <p:cNvSpPr txBox="1"/>
          <p:nvPr/>
        </p:nvSpPr>
        <p:spPr>
          <a:xfrm>
            <a:off x="2841674" y="4248443"/>
            <a:ext cx="5711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Public cible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3A1FBE3-97EB-405D-A502-61FDB5BF0F99}"/>
              </a:ext>
            </a:extLst>
          </p:cNvPr>
          <p:cNvSpPr txBox="1"/>
          <p:nvPr/>
        </p:nvSpPr>
        <p:spPr>
          <a:xfrm>
            <a:off x="3108960" y="4979963"/>
            <a:ext cx="391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Jeunes talents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4EEEF8-CEA4-476D-8EF1-F8C65C555162}"/>
              </a:ext>
            </a:extLst>
          </p:cNvPr>
          <p:cNvSpPr txBox="1"/>
          <p:nvPr/>
        </p:nvSpPr>
        <p:spPr>
          <a:xfrm>
            <a:off x="3179298" y="5584874"/>
            <a:ext cx="1941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Recruteurs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0C9A1EC-B40C-4755-BAE3-2C1CF6715F6F}"/>
              </a:ext>
            </a:extLst>
          </p:cNvPr>
          <p:cNvSpPr txBox="1"/>
          <p:nvPr/>
        </p:nvSpPr>
        <p:spPr>
          <a:xfrm>
            <a:off x="3179298" y="6246055"/>
            <a:ext cx="243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Grand public</a:t>
            </a:r>
          </a:p>
        </p:txBody>
      </p:sp>
    </p:spTree>
    <p:extLst>
      <p:ext uri="{BB962C8B-B14F-4D97-AF65-F5344CB8AC3E}">
        <p14:creationId xmlns:p14="http://schemas.microsoft.com/office/powerpoint/2010/main" val="91204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C92835C-E914-4DA5-ABA6-B9F592BB1983}"/>
              </a:ext>
            </a:extLst>
          </p:cNvPr>
          <p:cNvSpPr txBox="1"/>
          <p:nvPr/>
        </p:nvSpPr>
        <p:spPr>
          <a:xfrm>
            <a:off x="4140591" y="633046"/>
            <a:ext cx="3910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C8DDB2-9319-47FF-9E8F-1437AC7F6C3A}"/>
              </a:ext>
            </a:extLst>
          </p:cNvPr>
          <p:cNvSpPr txBox="1"/>
          <p:nvPr/>
        </p:nvSpPr>
        <p:spPr>
          <a:xfrm>
            <a:off x="1674056" y="1617785"/>
            <a:ext cx="320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Palette de couleurs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938A2B-6E04-4966-AA8F-67EAED593BEC}"/>
              </a:ext>
            </a:extLst>
          </p:cNvPr>
          <p:cNvSpPr txBox="1"/>
          <p:nvPr/>
        </p:nvSpPr>
        <p:spPr>
          <a:xfrm>
            <a:off x="1699846" y="2107810"/>
            <a:ext cx="320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FF0000"/>
                </a:solidFill>
              </a:rPr>
              <a:t>ROUGE</a:t>
            </a:r>
            <a:r>
              <a:rPr lang="fr-FR" b="1" dirty="0">
                <a:solidFill>
                  <a:schemeClr val="bg1"/>
                </a:solidFill>
              </a:rPr>
              <a:t> : #FF0000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2FE498-1504-4EC2-B3A3-1D18B8308AE0}"/>
              </a:ext>
            </a:extLst>
          </p:cNvPr>
          <p:cNvSpPr txBox="1"/>
          <p:nvPr/>
        </p:nvSpPr>
        <p:spPr>
          <a:xfrm>
            <a:off x="1725634" y="2583770"/>
            <a:ext cx="320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NOIR</a:t>
            </a:r>
            <a:r>
              <a:rPr lang="fr-FR" b="1" dirty="0">
                <a:solidFill>
                  <a:schemeClr val="bg1"/>
                </a:solidFill>
              </a:rPr>
              <a:t> : #000000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ED4E736-EC10-4C0D-A5D4-E930C406CBDC}"/>
              </a:ext>
            </a:extLst>
          </p:cNvPr>
          <p:cNvSpPr txBox="1"/>
          <p:nvPr/>
        </p:nvSpPr>
        <p:spPr>
          <a:xfrm>
            <a:off x="1786594" y="3101934"/>
            <a:ext cx="318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BLANC : #FFFFFF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8FF1B1-E386-4BE9-AA71-7F57709AA38C}"/>
              </a:ext>
            </a:extLst>
          </p:cNvPr>
          <p:cNvSpPr txBox="1"/>
          <p:nvPr/>
        </p:nvSpPr>
        <p:spPr>
          <a:xfrm>
            <a:off x="1699846" y="3719980"/>
            <a:ext cx="363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Pourquoi ces couleurs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C3EFB21-02C0-4C49-B8F8-05692DD92ECE}"/>
              </a:ext>
            </a:extLst>
          </p:cNvPr>
          <p:cNvSpPr txBox="1"/>
          <p:nvPr/>
        </p:nvSpPr>
        <p:spPr>
          <a:xfrm>
            <a:off x="2117190" y="4390541"/>
            <a:ext cx="363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311A4A-9D51-4C93-87A5-2DEFDBDD318A}"/>
              </a:ext>
            </a:extLst>
          </p:cNvPr>
          <p:cNvSpPr txBox="1"/>
          <p:nvPr/>
        </p:nvSpPr>
        <p:spPr>
          <a:xfrm>
            <a:off x="1889762" y="4430397"/>
            <a:ext cx="588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rouge symbolise l’énergie, la passion et l’ambition.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869E6CF-84AC-401A-B816-257D48884880}"/>
              </a:ext>
            </a:extLst>
          </p:cNvPr>
          <p:cNvSpPr txBox="1"/>
          <p:nvPr/>
        </p:nvSpPr>
        <p:spPr>
          <a:xfrm>
            <a:off x="1856928" y="5205046"/>
            <a:ext cx="676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noir apporte une image moderne, élégante et professionnelle 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E22E22A-DB61-48D1-A62D-34152792E631}"/>
              </a:ext>
            </a:extLst>
          </p:cNvPr>
          <p:cNvSpPr txBox="1"/>
          <p:nvPr/>
        </p:nvSpPr>
        <p:spPr>
          <a:xfrm>
            <a:off x="1842870" y="5964702"/>
            <a:ext cx="644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Le blanc améliore la lisibilité et crée un bon contraste .</a:t>
            </a:r>
          </a:p>
        </p:txBody>
      </p:sp>
    </p:spTree>
    <p:extLst>
      <p:ext uri="{BB962C8B-B14F-4D97-AF65-F5344CB8AC3E}">
        <p14:creationId xmlns:p14="http://schemas.microsoft.com/office/powerpoint/2010/main" val="2595641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DA51094-0C11-409E-A054-490D89D16AAD}"/>
              </a:ext>
            </a:extLst>
          </p:cNvPr>
          <p:cNvSpPr txBox="1"/>
          <p:nvPr/>
        </p:nvSpPr>
        <p:spPr>
          <a:xfrm>
            <a:off x="2912012" y="211015"/>
            <a:ext cx="68650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ARCHITECTURE DU SITE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891EDF-DB85-42FB-BFE5-6866A9B1F465}"/>
              </a:ext>
            </a:extLst>
          </p:cNvPr>
          <p:cNvSpPr txBox="1"/>
          <p:nvPr/>
        </p:nvSpPr>
        <p:spPr>
          <a:xfrm>
            <a:off x="98468" y="1139483"/>
            <a:ext cx="185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ACCUEIL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EAF9E1-FCB6-4C1B-B721-189BAB160646}"/>
              </a:ext>
            </a:extLst>
          </p:cNvPr>
          <p:cNvSpPr txBox="1"/>
          <p:nvPr/>
        </p:nvSpPr>
        <p:spPr>
          <a:xfrm>
            <a:off x="10199076" y="3430173"/>
            <a:ext cx="1849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FREELANCES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F255D0-C51D-4F31-8A0E-30715F4A44BE}"/>
              </a:ext>
            </a:extLst>
          </p:cNvPr>
          <p:cNvSpPr txBox="1"/>
          <p:nvPr/>
        </p:nvSpPr>
        <p:spPr>
          <a:xfrm>
            <a:off x="98472" y="3455964"/>
            <a:ext cx="177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TARIFS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A0C973-B7F1-45D6-B463-4A8C036705FE}"/>
              </a:ext>
            </a:extLst>
          </p:cNvPr>
          <p:cNvSpPr txBox="1"/>
          <p:nvPr/>
        </p:nvSpPr>
        <p:spPr>
          <a:xfrm>
            <a:off x="5064369" y="1540416"/>
            <a:ext cx="1871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A PROPOS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4A01F7-1A4B-4567-AB52-C068B41144F3}"/>
              </a:ext>
            </a:extLst>
          </p:cNvPr>
          <p:cNvSpPr txBox="1"/>
          <p:nvPr/>
        </p:nvSpPr>
        <p:spPr>
          <a:xfrm>
            <a:off x="4628273" y="6170413"/>
            <a:ext cx="153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BLOG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870079D-2EC0-4C30-A35F-A52BDF5DCCAF}"/>
              </a:ext>
            </a:extLst>
          </p:cNvPr>
          <p:cNvSpPr txBox="1"/>
          <p:nvPr/>
        </p:nvSpPr>
        <p:spPr>
          <a:xfrm>
            <a:off x="10248324" y="1220314"/>
            <a:ext cx="165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CONTACT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C5D2D7D-3CBF-46A6-8B90-65DEEFBAC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8" y="1508814"/>
            <a:ext cx="2940147" cy="165641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BFDC0CB-7112-42B4-95EA-63539A715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056" y="3853932"/>
            <a:ext cx="3322163" cy="300406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9978348-E423-4ACC-BE20-BE1D02A38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4" y="3853931"/>
            <a:ext cx="3125210" cy="300406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A0CE4F7-453E-4F2A-9C29-1AF4962EB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906" y="1644073"/>
            <a:ext cx="3459686" cy="162788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4BB0559-B575-499B-B76F-F8B2FE00D1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51" y="2095406"/>
            <a:ext cx="4164038" cy="26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2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F9C82D0-F18A-461C-955E-3DE2BF42620A}"/>
              </a:ext>
            </a:extLst>
          </p:cNvPr>
          <p:cNvSpPr txBox="1"/>
          <p:nvPr/>
        </p:nvSpPr>
        <p:spPr>
          <a:xfrm>
            <a:off x="2574387" y="745589"/>
            <a:ext cx="6766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ASPECTS TECHNIQUES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75C2937-F655-410B-ACF7-E047CE2F1842}"/>
              </a:ext>
            </a:extLst>
          </p:cNvPr>
          <p:cNvSpPr txBox="1"/>
          <p:nvPr/>
        </p:nvSpPr>
        <p:spPr>
          <a:xfrm>
            <a:off x="3123028" y="1828799"/>
            <a:ext cx="8299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fr-FR" dirty="0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fr-FR" dirty="0" err="1">
                <a:solidFill>
                  <a:srgbClr val="79C0FF"/>
                </a:solidFill>
                <a:latin typeface="Consolas" panose="020B0609020204030204" pitchFamily="49" charset="0"/>
              </a:rPr>
              <a:t>darkModeToggle</a:t>
            </a:r>
            <a:r>
              <a:rPr lang="fr-FR" dirty="0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fr-FR" dirty="0">
                <a:solidFill>
                  <a:srgbClr val="C9D1D9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C9D1D9"/>
                </a:solidFill>
                <a:latin typeface="Consolas" panose="020B0609020204030204" pitchFamily="49" charset="0"/>
              </a:rPr>
              <a:t>  </a:t>
            </a:r>
            <a:r>
              <a:rPr lang="fr-FR" dirty="0" err="1">
                <a:solidFill>
                  <a:srgbClr val="79C0FF"/>
                </a:solidFill>
                <a:latin typeface="Consolas" panose="020B0609020204030204" pitchFamily="49" charset="0"/>
              </a:rPr>
              <a:t>darkModeToggle</a:t>
            </a:r>
            <a:r>
              <a:rPr lang="fr-FR" dirty="0" err="1">
                <a:solidFill>
                  <a:srgbClr val="C9D1D9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D2A8FF"/>
                </a:solidFill>
                <a:latin typeface="Consolas" panose="020B0609020204030204" pitchFamily="49" charset="0"/>
              </a:rPr>
              <a:t>addEventListener</a:t>
            </a:r>
            <a:r>
              <a:rPr lang="fr-FR" dirty="0">
                <a:solidFill>
                  <a:srgbClr val="C9D1D9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A5D6FF"/>
                </a:solidFill>
                <a:latin typeface="Consolas" panose="020B0609020204030204" pitchFamily="49" charset="0"/>
              </a:rPr>
              <a:t>'click'</a:t>
            </a:r>
            <a:r>
              <a:rPr lang="fr-FR" dirty="0">
                <a:solidFill>
                  <a:srgbClr val="C9D1D9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FF7B72"/>
                </a:solidFill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C9D1D9"/>
                </a:solidFill>
                <a:latin typeface="Consolas" panose="020B0609020204030204" pitchFamily="49" charset="0"/>
              </a:rPr>
              <a:t> () {</a:t>
            </a:r>
            <a:endParaRPr lang="fr-FR" dirty="0">
              <a:solidFill>
                <a:srgbClr val="BBBEB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A2AEA1E-8303-4D0C-8CFF-FDC4638AB188}"/>
              </a:ext>
            </a:extLst>
          </p:cNvPr>
          <p:cNvSpPr txBox="1"/>
          <p:nvPr/>
        </p:nvSpPr>
        <p:spPr>
          <a:xfrm>
            <a:off x="3275428" y="3148821"/>
            <a:ext cx="326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BOOSTRAP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8BD022-D2F5-47D2-9CB4-94EF3B2E98C0}"/>
              </a:ext>
            </a:extLst>
          </p:cNvPr>
          <p:cNvSpPr txBox="1"/>
          <p:nvPr/>
        </p:nvSpPr>
        <p:spPr>
          <a:xfrm>
            <a:off x="3554437" y="3596643"/>
            <a:ext cx="326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Navbar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55AC4F2-63D8-4206-8193-7E2BC3E14A6F}"/>
              </a:ext>
            </a:extLst>
          </p:cNvPr>
          <p:cNvSpPr txBox="1"/>
          <p:nvPr/>
        </p:nvSpPr>
        <p:spPr>
          <a:xfrm>
            <a:off x="3566159" y="4157001"/>
            <a:ext cx="326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cards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3826D5-6C2E-43BF-9F3D-50D2A0D9875C}"/>
              </a:ext>
            </a:extLst>
          </p:cNvPr>
          <p:cNvSpPr txBox="1"/>
          <p:nvPr/>
        </p:nvSpPr>
        <p:spPr>
          <a:xfrm>
            <a:off x="3591948" y="4843971"/>
            <a:ext cx="326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carousel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87F6909-ADCC-41F3-916A-01DE9B9064AD}"/>
              </a:ext>
            </a:extLst>
          </p:cNvPr>
          <p:cNvSpPr txBox="1"/>
          <p:nvPr/>
        </p:nvSpPr>
        <p:spPr>
          <a:xfrm>
            <a:off x="3631804" y="5348064"/>
            <a:ext cx="3266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Boutons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061987A-314C-431C-B4A3-C7E9008A8A6E}"/>
              </a:ext>
            </a:extLst>
          </p:cNvPr>
          <p:cNvSpPr txBox="1"/>
          <p:nvPr/>
        </p:nvSpPr>
        <p:spPr>
          <a:xfrm>
            <a:off x="9622305" y="3165226"/>
            <a:ext cx="2138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CSS AVANCES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6DA2C8C-EF8F-4FF7-A5F5-49833817D68A}"/>
              </a:ext>
            </a:extLst>
          </p:cNvPr>
          <p:cNvSpPr txBox="1"/>
          <p:nvPr/>
        </p:nvSpPr>
        <p:spPr>
          <a:xfrm>
            <a:off x="10027928" y="3767797"/>
            <a:ext cx="180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Hover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474137B-7A4F-4CA4-B04C-90D43C9AEFB4}"/>
              </a:ext>
            </a:extLst>
          </p:cNvPr>
          <p:cNvSpPr txBox="1"/>
          <p:nvPr/>
        </p:nvSpPr>
        <p:spPr>
          <a:xfrm>
            <a:off x="10109994" y="4440702"/>
            <a:ext cx="1777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Flexbox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9AE1FCA-C382-47B3-A109-E1D9A6F364C5}"/>
              </a:ext>
            </a:extLst>
          </p:cNvPr>
          <p:cNvSpPr txBox="1"/>
          <p:nvPr/>
        </p:nvSpPr>
        <p:spPr>
          <a:xfrm>
            <a:off x="3643532" y="5816996"/>
            <a:ext cx="384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Animations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CED0C64-7B25-4EB8-B858-EA372944C6F7}"/>
              </a:ext>
            </a:extLst>
          </p:cNvPr>
          <p:cNvSpPr txBox="1"/>
          <p:nvPr/>
        </p:nvSpPr>
        <p:spPr>
          <a:xfrm>
            <a:off x="3648237" y="6292957"/>
            <a:ext cx="392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Responsive Design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9658D0B-5F20-4605-95F9-4B9557FE35F4}"/>
              </a:ext>
            </a:extLst>
          </p:cNvPr>
          <p:cNvSpPr txBox="1"/>
          <p:nvPr/>
        </p:nvSpPr>
        <p:spPr>
          <a:xfrm>
            <a:off x="3275428" y="2602520"/>
            <a:ext cx="829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Quand on clique sur le bouton </a:t>
            </a:r>
            <a:r>
              <a:rPr lang="fr-FR" dirty="0" err="1">
                <a:solidFill>
                  <a:schemeClr val="bg1"/>
                </a:solidFill>
              </a:rPr>
              <a:t>dark</a:t>
            </a:r>
            <a:r>
              <a:rPr lang="fr-FR" dirty="0">
                <a:solidFill>
                  <a:schemeClr val="bg1"/>
                </a:solidFill>
              </a:rPr>
              <a:t> mode l’interface bascule en mode clair et sombre</a:t>
            </a:r>
          </a:p>
        </p:txBody>
      </p:sp>
    </p:spTree>
    <p:extLst>
      <p:ext uri="{BB962C8B-B14F-4D97-AF65-F5344CB8AC3E}">
        <p14:creationId xmlns:p14="http://schemas.microsoft.com/office/powerpoint/2010/main" val="298075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BA747D1-4482-484D-B8BB-EE2ACD201206}"/>
              </a:ext>
            </a:extLst>
          </p:cNvPr>
          <p:cNvSpPr txBox="1"/>
          <p:nvPr/>
        </p:nvSpPr>
        <p:spPr>
          <a:xfrm>
            <a:off x="3657601" y="773723"/>
            <a:ext cx="31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GITHUB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8C6ED8-309B-41CD-A1F8-6E39ED87611D}"/>
              </a:ext>
            </a:extLst>
          </p:cNvPr>
          <p:cNvSpPr txBox="1"/>
          <p:nvPr/>
        </p:nvSpPr>
        <p:spPr>
          <a:xfrm>
            <a:off x="4229689" y="4117144"/>
            <a:ext cx="277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B7D28A-F51F-4DD4-A3A5-5158A6C0BFF0}"/>
              </a:ext>
            </a:extLst>
          </p:cNvPr>
          <p:cNvSpPr txBox="1"/>
          <p:nvPr/>
        </p:nvSpPr>
        <p:spPr>
          <a:xfrm>
            <a:off x="4086669" y="4255476"/>
            <a:ext cx="277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AAB4C8-2B28-49C5-B768-3C9596E3306D}"/>
              </a:ext>
            </a:extLst>
          </p:cNvPr>
          <p:cNvSpPr txBox="1"/>
          <p:nvPr/>
        </p:nvSpPr>
        <p:spPr>
          <a:xfrm>
            <a:off x="1927275" y="4893199"/>
            <a:ext cx="621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chemeClr val="bg1"/>
                </a:solidFill>
              </a:rPr>
              <a:t>dark</a:t>
            </a:r>
            <a:r>
              <a:rPr lang="fr-FR" dirty="0">
                <a:solidFill>
                  <a:schemeClr val="bg1"/>
                </a:solidFill>
              </a:rPr>
              <a:t> mode avec </a:t>
            </a:r>
            <a:r>
              <a:rPr lang="fr-FR" dirty="0" err="1">
                <a:solidFill>
                  <a:schemeClr val="bg1"/>
                </a:solidFill>
              </a:rPr>
              <a:t>localStorage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navbar</a:t>
            </a:r>
            <a:r>
              <a:rPr lang="fr-FR" dirty="0">
                <a:solidFill>
                  <a:schemeClr val="bg1"/>
                </a:solidFill>
              </a:rPr>
              <a:t> dynamique au scroll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A805314-26FD-4171-831A-23D980E26556}"/>
              </a:ext>
            </a:extLst>
          </p:cNvPr>
          <p:cNvSpPr txBox="1"/>
          <p:nvPr/>
        </p:nvSpPr>
        <p:spPr>
          <a:xfrm>
            <a:off x="1589649" y="1604720"/>
            <a:ext cx="431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HISTORIQUES DES COMMITS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2446803-3EF8-4E8C-B8EC-C39A55C1F141}"/>
              </a:ext>
            </a:extLst>
          </p:cNvPr>
          <p:cNvSpPr txBox="1"/>
          <p:nvPr/>
        </p:nvSpPr>
        <p:spPr>
          <a:xfrm>
            <a:off x="1742049" y="2080678"/>
            <a:ext cx="743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 création du dépôt, arborescence des fichiers et structure HTML de base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FD07192-7A95-4B60-8BEF-3054C9BF4788}"/>
              </a:ext>
            </a:extLst>
          </p:cNvPr>
          <p:cNvSpPr txBox="1"/>
          <p:nvPr/>
        </p:nvSpPr>
        <p:spPr>
          <a:xfrm>
            <a:off x="1781905" y="2598833"/>
            <a:ext cx="789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structure complète des 5 pages avec sections et contenu texte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6A0356C-3BD5-489F-8048-99BF4A46704C}"/>
              </a:ext>
            </a:extLst>
          </p:cNvPr>
          <p:cNvSpPr txBox="1"/>
          <p:nvPr/>
        </p:nvSpPr>
        <p:spPr>
          <a:xfrm>
            <a:off x="1807693" y="3201401"/>
            <a:ext cx="789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>
                <a:solidFill>
                  <a:schemeClr val="bg1"/>
                </a:solidFill>
              </a:rPr>
              <a:t>variables, typographie, layout général et styles de base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96EB55-F2B0-44C0-8A83-40EA0BA45D9E}"/>
              </a:ext>
            </a:extLst>
          </p:cNvPr>
          <p:cNvSpPr txBox="1"/>
          <p:nvPr/>
        </p:nvSpPr>
        <p:spPr>
          <a:xfrm>
            <a:off x="1847549" y="3775833"/>
            <a:ext cx="789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>
                <a:solidFill>
                  <a:schemeClr val="bg1"/>
                </a:solidFill>
              </a:rPr>
              <a:t> Bento Grid, sections hero et catégories, effets hover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97763C-15E4-4703-806C-A1028B6B9A84}"/>
              </a:ext>
            </a:extLst>
          </p:cNvPr>
          <p:cNvSpPr txBox="1"/>
          <p:nvPr/>
        </p:nvSpPr>
        <p:spPr>
          <a:xfrm>
            <a:off x="1887405" y="4350265"/>
            <a:ext cx="789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 responsive design mobile et tablette, media </a:t>
            </a:r>
            <a:r>
              <a:rPr lang="fr-FR" dirty="0" err="1">
                <a:solidFill>
                  <a:schemeClr val="bg1"/>
                </a:solidFill>
              </a:rPr>
              <a:t>queries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1BE8781-2713-4364-A695-39EE30DE83F3}"/>
              </a:ext>
            </a:extLst>
          </p:cNvPr>
          <p:cNvSpPr txBox="1"/>
          <p:nvPr/>
        </p:nvSpPr>
        <p:spPr>
          <a:xfrm>
            <a:off x="1981198" y="5425427"/>
            <a:ext cx="7528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compteurs animés au scroll et animations fade-in des sections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655EEA7-4DB3-49DE-A300-22AFDB3B259D}"/>
              </a:ext>
            </a:extLst>
          </p:cNvPr>
          <p:cNvSpPr txBox="1"/>
          <p:nvPr/>
        </p:nvSpPr>
        <p:spPr>
          <a:xfrm>
            <a:off x="2035121" y="5957655"/>
            <a:ext cx="7528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filtrage dynamique des freelances et validation du formulaire de contact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B7EB400-05A5-4142-9456-F4E8C5D24996}"/>
              </a:ext>
            </a:extLst>
          </p:cNvPr>
          <p:cNvSpPr txBox="1"/>
          <p:nvPr/>
        </p:nvSpPr>
        <p:spPr>
          <a:xfrm>
            <a:off x="2089044" y="6489883"/>
            <a:ext cx="912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 Finalisation : corrections responsive, optimisation du code et commentaires</a:t>
            </a:r>
          </a:p>
        </p:txBody>
      </p:sp>
    </p:spTree>
    <p:extLst>
      <p:ext uri="{BB962C8B-B14F-4D97-AF65-F5344CB8AC3E}">
        <p14:creationId xmlns:p14="http://schemas.microsoft.com/office/powerpoint/2010/main" val="247873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69F9B84-94BE-4C10-B249-0D5DD5719CB9}"/>
              </a:ext>
            </a:extLst>
          </p:cNvPr>
          <p:cNvSpPr txBox="1"/>
          <p:nvPr/>
        </p:nvSpPr>
        <p:spPr>
          <a:xfrm>
            <a:off x="365760" y="140676"/>
            <a:ext cx="1062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: Déploiement : GitHub Pages activé, README finalisé et présentation PowerPoint ajoutée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F50778-8382-4C1B-BE26-E3174650C282}"/>
              </a:ext>
            </a:extLst>
          </p:cNvPr>
          <p:cNvSpPr txBox="1"/>
          <p:nvPr/>
        </p:nvSpPr>
        <p:spPr>
          <a:xfrm>
            <a:off x="2658794" y="826422"/>
            <a:ext cx="7455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WORKFLOW GIT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492A2E-7D46-4720-A213-298FE89C48C0}"/>
              </a:ext>
            </a:extLst>
          </p:cNvPr>
          <p:cNvSpPr txBox="1"/>
          <p:nvPr/>
        </p:nvSpPr>
        <p:spPr>
          <a:xfrm>
            <a:off x="3882683" y="1744394"/>
            <a:ext cx="7666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Git </a:t>
            </a:r>
            <a:r>
              <a:rPr lang="fr-FR" dirty="0" err="1">
                <a:solidFill>
                  <a:schemeClr val="bg1"/>
                </a:solidFill>
              </a:rPr>
              <a:t>add</a:t>
            </a:r>
            <a:r>
              <a:rPr lang="fr-FR" dirty="0">
                <a:solidFill>
                  <a:schemeClr val="bg1"/>
                </a:solidFill>
              </a:rPr>
              <a:t> 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Git commit –m  ‘’ ajoute message’’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Git push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2B8A98-7B7B-4234-B9E2-EE5F2F439518}"/>
              </a:ext>
            </a:extLst>
          </p:cNvPr>
          <p:cNvSpPr txBox="1"/>
          <p:nvPr/>
        </p:nvSpPr>
        <p:spPr>
          <a:xfrm>
            <a:off x="2658794" y="3305908"/>
            <a:ext cx="8510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LIEN GITHUB PAGES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0A9705-CDAA-4C06-8FA7-DBF3D911099A}"/>
              </a:ext>
            </a:extLst>
          </p:cNvPr>
          <p:cNvSpPr txBox="1"/>
          <p:nvPr/>
        </p:nvSpPr>
        <p:spPr>
          <a:xfrm>
            <a:off x="3362181" y="4091355"/>
            <a:ext cx="8426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https://joyaumocpat.github.io/MOCPAT-JOYAU-Afritalent/</a:t>
            </a:r>
          </a:p>
        </p:txBody>
      </p:sp>
    </p:spTree>
    <p:extLst>
      <p:ext uri="{BB962C8B-B14F-4D97-AF65-F5344CB8AC3E}">
        <p14:creationId xmlns:p14="http://schemas.microsoft.com/office/powerpoint/2010/main" val="177287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1A336AB-103B-4649-ACDB-21DACFBE98D5}"/>
              </a:ext>
            </a:extLst>
          </p:cNvPr>
          <p:cNvSpPr txBox="1"/>
          <p:nvPr/>
        </p:nvSpPr>
        <p:spPr>
          <a:xfrm>
            <a:off x="3756074" y="253218"/>
            <a:ext cx="7751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DIFFICULTES RENCONTREES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FF69D3A-EDEF-4716-BA4E-5F02B2C63DC4}"/>
              </a:ext>
            </a:extLst>
          </p:cNvPr>
          <p:cNvSpPr txBox="1"/>
          <p:nvPr/>
        </p:nvSpPr>
        <p:spPr>
          <a:xfrm>
            <a:off x="1927274" y="1659988"/>
            <a:ext cx="38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DIFFICULTES RENCONTREES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10EE01-1B08-4DF0-BB7E-B57FE0C1BED3}"/>
              </a:ext>
            </a:extLst>
          </p:cNvPr>
          <p:cNvSpPr txBox="1"/>
          <p:nvPr/>
        </p:nvSpPr>
        <p:spPr>
          <a:xfrm>
            <a:off x="2135946" y="2192216"/>
            <a:ext cx="389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Problème de responsive design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C614ED-FD88-4ECA-A243-5C884FD50FD6}"/>
              </a:ext>
            </a:extLst>
          </p:cNvPr>
          <p:cNvSpPr txBox="1"/>
          <p:nvPr/>
        </p:nvSpPr>
        <p:spPr>
          <a:xfrm>
            <a:off x="2124222" y="2724444"/>
            <a:ext cx="845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 les images , textes et boutons n’étaient pas correctement alignés sur certaines pages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8E9F607-D363-4D62-A3CA-FD544ED08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684446-8C0F-442F-9D17-229D9388B954}"/>
              </a:ext>
            </a:extLst>
          </p:cNvPr>
          <p:cNvSpPr txBox="1"/>
          <p:nvPr/>
        </p:nvSpPr>
        <p:spPr>
          <a:xfrm>
            <a:off x="2067950" y="3566163"/>
            <a:ext cx="281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SOLUTIONS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62F8C12-0D2C-4D2A-BC60-2CF18B294EF0}"/>
              </a:ext>
            </a:extLst>
          </p:cNvPr>
          <p:cNvSpPr txBox="1"/>
          <p:nvPr/>
        </p:nvSpPr>
        <p:spPr>
          <a:xfrm>
            <a:off x="2459501" y="4098391"/>
            <a:ext cx="484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</a:rPr>
              <a:t>Utilisation des classes Bootstrap </a:t>
            </a:r>
            <a:r>
              <a:rPr lang="fr-FR" dirty="0" err="1">
                <a:solidFill>
                  <a:schemeClr val="bg1"/>
                </a:solidFill>
              </a:rPr>
              <a:t>grid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B82EAF-31C4-4DAC-AEC8-AB98BA85B14A}"/>
              </a:ext>
            </a:extLst>
          </p:cNvPr>
          <p:cNvSpPr txBox="1"/>
          <p:nvPr/>
        </p:nvSpPr>
        <p:spPr>
          <a:xfrm>
            <a:off x="2471222" y="4630619"/>
            <a:ext cx="9720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>
                <a:solidFill>
                  <a:schemeClr val="bg1"/>
                </a:solidFill>
              </a:rPr>
              <a:t>J'ai utilisé Flexbox et les classes Bootstrap (d-flex, justify-content-center, align-items-center) pour améliorer la mise en page.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32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6FA9376-75EB-415F-93D3-4D221CE960F2}"/>
              </a:ext>
            </a:extLst>
          </p:cNvPr>
          <p:cNvSpPr txBox="1"/>
          <p:nvPr/>
        </p:nvSpPr>
        <p:spPr>
          <a:xfrm>
            <a:off x="239151" y="182879"/>
            <a:ext cx="8679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RESSOURCES ET DOCUMENTATION UTILISEES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E1E3864-AEC8-4D36-923F-95F9BD4DC970}"/>
              </a:ext>
            </a:extLst>
          </p:cNvPr>
          <p:cNvSpPr txBox="1"/>
          <p:nvPr/>
        </p:nvSpPr>
        <p:spPr>
          <a:xfrm>
            <a:off x="3235569" y="1237957"/>
            <a:ext cx="379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Documentation Bootstrap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F2F492F-76E7-4CAC-B1A4-059725A563FA}"/>
              </a:ext>
            </a:extLst>
          </p:cNvPr>
          <p:cNvSpPr txBox="1"/>
          <p:nvPr/>
        </p:nvSpPr>
        <p:spPr>
          <a:xfrm>
            <a:off x="3247289" y="1756118"/>
            <a:ext cx="379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MDN web Docs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FB938F-FBC1-428D-A611-8C1AF6EC8655}"/>
              </a:ext>
            </a:extLst>
          </p:cNvPr>
          <p:cNvSpPr txBox="1"/>
          <p:nvPr/>
        </p:nvSpPr>
        <p:spPr>
          <a:xfrm>
            <a:off x="3259009" y="2274279"/>
            <a:ext cx="379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err="1">
                <a:solidFill>
                  <a:schemeClr val="bg1"/>
                </a:solidFill>
              </a:rPr>
              <a:t>Github</a:t>
            </a:r>
            <a:r>
              <a:rPr lang="fr-FR" dirty="0">
                <a:solidFill>
                  <a:schemeClr val="bg1"/>
                </a:solidFill>
              </a:rPr>
              <a:t> Docs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2D904F5-315C-4B94-9CD7-78FAA7874CED}"/>
              </a:ext>
            </a:extLst>
          </p:cNvPr>
          <p:cNvSpPr txBox="1"/>
          <p:nvPr/>
        </p:nvSpPr>
        <p:spPr>
          <a:xfrm>
            <a:off x="3270729" y="2792440"/>
            <a:ext cx="379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Git Documentation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89D8E08-3CB6-4E3C-A1E1-8B2DB85D6558}"/>
              </a:ext>
            </a:extLst>
          </p:cNvPr>
          <p:cNvSpPr txBox="1"/>
          <p:nvPr/>
        </p:nvSpPr>
        <p:spPr>
          <a:xfrm>
            <a:off x="3282449" y="3310601"/>
            <a:ext cx="379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Google fonts</a:t>
            </a:r>
          </a:p>
        </p:txBody>
      </p:sp>
    </p:spTree>
    <p:extLst>
      <p:ext uri="{BB962C8B-B14F-4D97-AF65-F5344CB8AC3E}">
        <p14:creationId xmlns:p14="http://schemas.microsoft.com/office/powerpoint/2010/main" val="420844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D8C86E8-829A-48C8-B835-F166D1EEFF70}"/>
              </a:ext>
            </a:extLst>
          </p:cNvPr>
          <p:cNvSpPr txBox="1"/>
          <p:nvPr/>
        </p:nvSpPr>
        <p:spPr>
          <a:xfrm>
            <a:off x="1561515" y="393895"/>
            <a:ext cx="7751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DEMONSTRATION LIVE DU SITE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B547C1E-DB4A-4FA2-9AEB-951A2AE1B327}"/>
              </a:ext>
            </a:extLst>
          </p:cNvPr>
          <p:cNvSpPr txBox="1"/>
          <p:nvPr/>
        </p:nvSpPr>
        <p:spPr>
          <a:xfrm>
            <a:off x="2009337" y="1165274"/>
            <a:ext cx="775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</a:rPr>
              <a:t>Navigation entre les pages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D8252C-A7C2-4402-9213-33A9D0B2426B}"/>
              </a:ext>
            </a:extLst>
          </p:cNvPr>
          <p:cNvSpPr txBox="1"/>
          <p:nvPr/>
        </p:nvSpPr>
        <p:spPr>
          <a:xfrm>
            <a:off x="2063262" y="1936653"/>
            <a:ext cx="775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</a:rPr>
              <a:t>Responsive mobile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7D963A-EE59-4704-A417-AD4652979814}"/>
              </a:ext>
            </a:extLst>
          </p:cNvPr>
          <p:cNvSpPr txBox="1"/>
          <p:nvPr/>
        </p:nvSpPr>
        <p:spPr>
          <a:xfrm>
            <a:off x="2117187" y="2708032"/>
            <a:ext cx="775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</a:rPr>
              <a:t>Formulaire de contact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36BCBE-18D5-4D7C-917B-7DD25A911F4A}"/>
              </a:ext>
            </a:extLst>
          </p:cNvPr>
          <p:cNvSpPr txBox="1"/>
          <p:nvPr/>
        </p:nvSpPr>
        <p:spPr>
          <a:xfrm>
            <a:off x="2171112" y="3479411"/>
            <a:ext cx="775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</a:rPr>
              <a:t>Effets visuels</a:t>
            </a:r>
          </a:p>
        </p:txBody>
      </p:sp>
    </p:spTree>
    <p:extLst>
      <p:ext uri="{BB962C8B-B14F-4D97-AF65-F5344CB8AC3E}">
        <p14:creationId xmlns:p14="http://schemas.microsoft.com/office/powerpoint/2010/main" val="3171938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6EA46C2-4FC3-4DB4-9D6F-7B6D8565A0D7}"/>
              </a:ext>
            </a:extLst>
          </p:cNvPr>
          <p:cNvSpPr txBox="1"/>
          <p:nvPr/>
        </p:nvSpPr>
        <p:spPr>
          <a:xfrm>
            <a:off x="3418449" y="464234"/>
            <a:ext cx="7849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CONCLUSION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D73BF5-EFD1-4C7B-A04A-58D1D8797C7A}"/>
              </a:ext>
            </a:extLst>
          </p:cNvPr>
          <p:cNvSpPr txBox="1"/>
          <p:nvPr/>
        </p:nvSpPr>
        <p:spPr>
          <a:xfrm>
            <a:off x="2166425" y="1434905"/>
            <a:ext cx="9495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En sommes, nous pouvons dire </a:t>
            </a:r>
            <a:r>
              <a:rPr lang="fr-FR" dirty="0" err="1">
                <a:solidFill>
                  <a:schemeClr val="bg1"/>
                </a:solidFill>
              </a:rPr>
              <a:t>Afritalent</a:t>
            </a:r>
            <a:r>
              <a:rPr lang="fr-FR" dirty="0">
                <a:solidFill>
                  <a:schemeClr val="bg1"/>
                </a:solidFill>
              </a:rPr>
              <a:t> c est un projet très inspirant mettant en avant les talents africains, il m as permis d’apprendre certaines notions que j’ignorais , ces notions s’englobent autour de :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D5FFF31-B5A0-4DDE-815E-14A73F66ED08}"/>
              </a:ext>
            </a:extLst>
          </p:cNvPr>
          <p:cNvSpPr txBox="1"/>
          <p:nvPr/>
        </p:nvSpPr>
        <p:spPr>
          <a:xfrm>
            <a:off x="3078477" y="2403230"/>
            <a:ext cx="489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HTML5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810845-8424-4FA4-B446-9A9B04F8FF01}"/>
              </a:ext>
            </a:extLst>
          </p:cNvPr>
          <p:cNvSpPr txBox="1"/>
          <p:nvPr/>
        </p:nvSpPr>
        <p:spPr>
          <a:xfrm>
            <a:off x="3104268" y="2865120"/>
            <a:ext cx="489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CSS3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6BB1F7-E710-4418-B5F5-0FF615AC03FA}"/>
              </a:ext>
            </a:extLst>
          </p:cNvPr>
          <p:cNvSpPr txBox="1"/>
          <p:nvPr/>
        </p:nvSpPr>
        <p:spPr>
          <a:xfrm>
            <a:off x="3130059" y="3327010"/>
            <a:ext cx="489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Bootstrap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5422A13-0E74-4A90-850D-675AD75EA1F2}"/>
              </a:ext>
            </a:extLst>
          </p:cNvPr>
          <p:cNvSpPr txBox="1"/>
          <p:nvPr/>
        </p:nvSpPr>
        <p:spPr>
          <a:xfrm>
            <a:off x="3155850" y="3788900"/>
            <a:ext cx="489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javascript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2BD37FF-FFFB-4665-A48F-58BD29DC5016}"/>
              </a:ext>
            </a:extLst>
          </p:cNvPr>
          <p:cNvSpPr txBox="1"/>
          <p:nvPr/>
        </p:nvSpPr>
        <p:spPr>
          <a:xfrm>
            <a:off x="3181641" y="4250790"/>
            <a:ext cx="489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Git et </a:t>
            </a:r>
            <a:r>
              <a:rPr lang="fr-FR" dirty="0" err="1">
                <a:solidFill>
                  <a:schemeClr val="bg1"/>
                </a:solidFill>
              </a:rPr>
              <a:t>Github</a:t>
            </a:r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208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83F6664-C926-4A19-B2E9-7F8C99058A7D}"/>
              </a:ext>
            </a:extLst>
          </p:cNvPr>
          <p:cNvSpPr txBox="1"/>
          <p:nvPr/>
        </p:nvSpPr>
        <p:spPr>
          <a:xfrm>
            <a:off x="618977" y="140674"/>
            <a:ext cx="8721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PERSPECTIVES D’AMELIORATION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5EEF0D-033E-4AA1-95BB-BB3DDD31109A}"/>
              </a:ext>
            </a:extLst>
          </p:cNvPr>
          <p:cNvSpPr txBox="1"/>
          <p:nvPr/>
        </p:nvSpPr>
        <p:spPr>
          <a:xfrm>
            <a:off x="771377" y="940187"/>
            <a:ext cx="8721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Améliorations futures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25A927-4AD4-4D73-828C-4DA430534622}"/>
              </a:ext>
            </a:extLst>
          </p:cNvPr>
          <p:cNvSpPr txBox="1"/>
          <p:nvPr/>
        </p:nvSpPr>
        <p:spPr>
          <a:xfrm>
            <a:off x="797165" y="1416145"/>
            <a:ext cx="8721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Plus de fonctionnalités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8F0D08-AA01-4962-80D8-8583121229C6}"/>
              </a:ext>
            </a:extLst>
          </p:cNvPr>
          <p:cNvSpPr txBox="1"/>
          <p:nvPr/>
        </p:nvSpPr>
        <p:spPr>
          <a:xfrm>
            <a:off x="822953" y="1948375"/>
            <a:ext cx="8721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Base de données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CFE576-996E-4035-B5FC-940A60866087}"/>
              </a:ext>
            </a:extLst>
          </p:cNvPr>
          <p:cNvSpPr txBox="1"/>
          <p:nvPr/>
        </p:nvSpPr>
        <p:spPr>
          <a:xfrm>
            <a:off x="848741" y="2480605"/>
            <a:ext cx="8721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Authentification utilisateurs 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3F2A1C-7DCF-41ED-B2DF-CEAE37DCED2B}"/>
              </a:ext>
            </a:extLst>
          </p:cNvPr>
          <p:cNvSpPr txBox="1"/>
          <p:nvPr/>
        </p:nvSpPr>
        <p:spPr>
          <a:xfrm>
            <a:off x="1109272" y="3942413"/>
            <a:ext cx="9129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</a:rPr>
              <a:t>MERCI !!!!</a:t>
            </a:r>
          </a:p>
        </p:txBody>
      </p:sp>
    </p:spTree>
    <p:extLst>
      <p:ext uri="{BB962C8B-B14F-4D97-AF65-F5344CB8AC3E}">
        <p14:creationId xmlns:p14="http://schemas.microsoft.com/office/powerpoint/2010/main" val="37220295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4124</TotalTime>
  <Words>466</Words>
  <Application>Microsoft Office PowerPoint</Application>
  <PresentationFormat>Grand écran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Courier New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Neige Mocpat</dc:creator>
  <cp:lastModifiedBy>HP</cp:lastModifiedBy>
  <cp:revision>30</cp:revision>
  <dcterms:created xsi:type="dcterms:W3CDTF">2026-05-31T21:32:10Z</dcterms:created>
  <dcterms:modified xsi:type="dcterms:W3CDTF">2026-06-11T00:07:57Z</dcterms:modified>
</cp:coreProperties>
</file>